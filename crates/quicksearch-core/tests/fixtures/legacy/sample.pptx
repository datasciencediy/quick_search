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EB907A-A1B0-4EFE-B4AC-40AF89FFBE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AE7345-60B1-4CE6-A2FC-3E97329C3B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68F5042-F6D7-4273-B524-D5AB3493A9D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Lorem ipsum dolor sit amet consectetur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needle chalcedony9005 marks this deck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0000" y="360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Tempor incididunt café résumé naïve dolore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Ut enim ad Καλημέρα κόσμε veniam quis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Ullamco laboris nisi ut aliquip commodo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360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Irure dolor in reprehenderit voluptate velit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